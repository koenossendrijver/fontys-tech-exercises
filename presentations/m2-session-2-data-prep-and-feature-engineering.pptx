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Data Preparation and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manifest is messy: 177 missing ages, titles buried inside names, scales that disagree. Today we turn passengers into signals - without cheating.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RECAP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Last session we split first - today we build everything else on that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Where we left off: 891 names on the manifest - Owen, Florence, Frankie and 888 more - split 80/20 into 712 train / 179 test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Stratified with random_state=42: both halves keep roughly 38% survivors (0.383 / 0.385)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Golden rule: the model must never see the test data during preparation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Data leakage = information from the test set sneaking into training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The test set is the final exam: seeing the questions while studying inflates the score and predicts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Leakage bites professionals too: the KDD Cup 2008 breast-cancer challenge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Patient ID 'predicted' cancer - IDs traced to cancer-heavy hospitals (Kaufman, Rosset and Perlich, KDD 2011)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Today's route: gaps to fill, text to numbers, scales to align, new features to invent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Then one Pipeline that does all of it in the right order,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Split first, prepare after. Splits and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PREPARATION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Models are picky eaters: they want numbers only, no gaps, sensible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167"/>
                <a:gridCol w="4880335"/>
                <a:gridCol w="3771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model demands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Raw Titanic reality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fix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Sex is "male"/"female"; Embarked is C/Q/S; Name is free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Encoding: turn categories into 0/1 columns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missing in 177 of 891 rows (19.9%); Embarked missing in 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Imputation: fill gaps with a value learned from train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Sensible scales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runs 0 to 80 while Fare runs 0 to 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Scaling: put features on a comparable ruler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so picky? A model sees each passenger as a point in space, one axis per column - words and gaps have no place on an axis. Impute = fill a gap with a learned substitute. Harvard's CS109A gives missing data its own lecture (Fall 2021).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 THE ML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Fit the imputer on train only - the test median is information we refuse to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SimpleImputer(strategy="median"): fit(train) learns median Age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transform(train) and transform(test) both fill gaps with that same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test-only median (27.0) is "exactly the information we refuse to use"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call fit on the test set - treat it like the future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Embarked (2 gaps): strategy="most_frequent" learns "S" from train</a:t>
            </a:r>
          </a:p>
        </p:txBody>
      </p:sp>
      <p:pic>
        <p:nvPicPr>
          <p:cNvPr id="8" name="Picture 7" descr="fig_i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Missing Age rows and learned medians.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One-hot gives each category its own 0/1 column - exactly one is hot per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500"/>
                <a:gridCol w="2440167"/>
                <a:gridCol w="2218334"/>
                <a:gridCol w="2218334"/>
                <a:gridCol w="221833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Embarked_Q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Encoding = translating words into coordinates the model can plot. Why not C=1, Q=2, S=3? That would tell the model S is "three times" C - and models will try to use it. A fake order lies about distance.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sklearn encoders remember the training columns - pd.get_dummies does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pd.get_dummies: columns drift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Builds columns from whatever categories it happens to see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Train and test batches can end up with different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Notebook demo: encoding train and test separately misaligns them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model then crashes - or silently misreads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OneHotEncoder: train fixes the columns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fit(train) memorizes the exact column layout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transform(test) always produces those same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handle_unknown="ignore": unseen category = all zeros, no crash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Same contract as the imputer: learn on train, apply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real order (shirt sizes S &lt; M &lt; L) -&gt; OrdinalEncoder; no real order -&gt; OneHotEncoder; when in doubt, one-hot. A fake order hurts more than a few extra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re-labels the ruler: distance models care, trees never notice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Geometry first: each passenger is a point in space, one axis per feature - scaling makes the axes comparable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Distance and equation models (KNN, Logistic Regression) let the big-number axis dominate: raw Fare gaps drown out Age gaps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Trees only ask questions like "is Fare &gt; 30?" - scale never matters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StandardScaler: Fare becomes mean -0.00, std 1.00. MinMaxScaler: Fare squeezed into 0.0 to 1.0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histogram shape does not change - only the numbers on the axis do</a:t>
            </a:r>
          </a:p>
        </p:txBody>
      </p:sp>
      <p:pic>
        <p:nvPicPr>
          <p:cNvPr id="8" name="Picture 7" descr="fig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90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Raw training ranges: Age 0 to 80, Fare 0 to 512.3.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Where humans still beat machines: the manifest already knows Frankie is a boy and Owen is not alone - our job is to put that into 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Title packs sex, age, and status into one column - and finds the boys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Regex " ([A-Za-z]+)\." grabs the word before the period - the title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"Cumings, Mrs. John Bradley" yields Mrs for Florence; 14 raw titles group into 5 buckets: Mr, Miss, Mrs, Master, Rare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Frankie, age 9, is a "Master" - the old title for young boys, secretly encoding "male child"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 the Sex column, Owen (22) and Frankie (9) are both just male - Title tells the man from the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Signal check: Mrs and Miss survived far more often than Mr; Master sits well above adult men</a:t>
            </a:r>
          </a:p>
        </p:txBody>
      </p:sp>
      <p:pic>
        <p:nvPicPr>
          <p:cNvPr id="8" name="Picture 7" descr="fig_tit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Grouped Title counts, training set (712 rows).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FAMILYSIZE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FamilySize = SibSp + Parch + 1 - small families of 2 to 4 fared best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FamilySize = SibSp + Parch + 1: everyone counts themselves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Owen: SibSp 1, Parch 0 -&gt; FamilySize 2. Frankie: SibSp 0, Parch 2 -&gt; FamilySize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= 1 when FamilySize is 1: 434 of 712 training passengers - none of our three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Notebook charts: solo travelers and very large families fared badly; small families of 2 to 4 did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More features is not automatically better - always check for signal</a:t>
            </a:r>
          </a:p>
        </p:txBody>
      </p:sp>
      <p:pic>
        <p:nvPicPr>
          <p:cNvPr id="8" name="Picture 7" descr="fig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81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FamilySize distribution, training set.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ENGINEERING, ATTRIBUTED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Multiply two weak columns and you can get one strong feature - Ng's area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Andrew Ng - Machine Learning Specialization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house lot has frontage (x1) and depth (x2)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New feature: x3 = x1 * x2 = lot area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Area is often more predictive than either raw column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multiplication - no new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same move on the Titanic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SibSp + Parch + 1 = FamilySize: one column beats two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Name -&gt; Title: sex, age, and status compressed into 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Master = young boy: a signal Sex and Age only hint at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Good features often improve a model more than a fancier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Ng's rule for inventing features: "use knowledge or intuition about the problem to design new features."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ENGINEERING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engineered row says what the raw row only hints: Frankie is a boy traveling with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row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74519"/>
            <a:ext cx="9052560" cy="38864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PassengerId 166, raw fields verbatim from the dataset.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PUTTING IT 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Pipeline remembers every step - leakage and forgotten steps become impossible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Numeric (Age, Fare, SibSp, Parch, FamilySize): impute median, then StandardScaler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Categorical (Pclass, Sex, Embarked, Title): impute most frequent, then OneHotEncoder(handle_unknown="ignore")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Name, Ticket, Cabin, PassengerId: unlisted, dropped automatically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fit_transform(train) learns; transform(test) only applies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reasons: no leakage, no forgotten steps, portability</a:t>
            </a:r>
          </a:p>
        </p:txBody>
      </p:sp>
      <p:pic>
        <p:nvPicPr>
          <p:cNvPr id="8" name="Picture 7" descr="s2_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543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canonical prep, reused verbatim by Sessions 3 and 4.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SANITY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smoke test passes: a plain Logistic Regression scores 0.838 on unseen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0.838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Test accuracy on the 179 held-out passengers - train accuracy 0.829, so no memorization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Input: the 712 x 18 prepared matrix. Just a smoke test - choosing the best model is next session's whole job.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Three 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Split first: 80/20 before any preparation (seed 42, stratified)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Fit on train only: imputers, encoders, and scalers learn from the 712 training rows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Pipelines always: one object that remembers every step and kills leakage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Good features often improve a model more than a fancier algorithm does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01-data-prep-and-feature-engineering in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2 - Data Prep and Feature Engineering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