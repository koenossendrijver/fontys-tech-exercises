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Re-anchor the exam metaphor before anything new: train rows are the study material, validation is the practice tests, the test set is the final you sit exactly once. Today never leaves the study material - every value we compute comes from the 712 training rows. Ask the class: why does even an average count as 'part of the model'?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never meets Frankie - it meets the row of numbers you built to stand for him, and that row is its entire world. Point at the two panels: the dots never move, only the axis changes, and suddenly a straight line fits. That is the whole chapter in one picture. Ask the class: if the model only sees the numbers, who is responsible when it sees the world wrongly?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kitchen line: models are picky eaters - they only eat numbers, refuse plates with gaps, and complain when portions are on wildly different scales. Each row of the table is one complaint and its fix: encoding, imputation, scaling. Ask the class: what would the model make of the word 'Southampton' if we fed it raw?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Harvard's device: MCAR is poking holes in the table blindfolded - annoying but fair. MAR holes cluster where another visible column points, so ignoring them biases you. MNAR holes are caused by the very value that is missing - no fill can see that. The deciding information is missing by definition, so the table cannot settle it. Run the discussion: which species are our 177 missing ages? Any argued answer beats a certain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encoding as translation into the only language the model speaks - numbers - and honesty as translating without adding claims. Coding red=1, blue=2 quietly tells the model blue is twice red; it will believe you. One-hot claims nothing, the thermometer claims only order, keeping a real number claims real distances. Ask the class: is T-shirt size S/M/L more like Embarked or more like Age?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Ng's contour story: the downhill walk from Session 1 happens on a landscape, and unequal scales stretch that landscape into a skinny valley - the walker zigzags and crawls. Rescale and the valley becomes a round bowl: straight to the bottom. The destination never moves, only the trip changes. Ask the class: which of our columns stretches the valley worst, Fare or Age?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picture slowly: four corner points, diagonal corners share a class, and no straight line will ever split them - let students try. Then multiply the two coordinates into one new column and the four points sort themselves onto two spots a single threshold separates. We never touched the model - we changed what it looks at. Ask the class: did the model get smarter, or did the world get simpler?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Stay in the kitchen: the line is the cook, the columns are the ingredients. Hand the cook x squared as one more ingredient and the same recipe starts producing curves - no new cook, no new technique. But every extra ingredient is also freedom to cook nonsense that matches noise; Session 3 puts a price on that. Ask the class: what column would you hand the line so it could bend twice?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1">
                <a:solidFill>
                  <a:srgbClr val="1E5EF3"/>
                </a:solidFill>
                <a:latin typeface="Arial"/>
              </a:rPr>
              <a:t>SESSION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4400" b="1">
                <a:solidFill>
                  <a:srgbClr val="0A2540"/>
                </a:solidFill>
                <a:latin typeface="Arial"/>
              </a:rPr>
              <a:t>Data Preparation and Feature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800" b="0">
                <a:solidFill>
                  <a:srgbClr val="5B6774"/>
                </a:solidFill>
                <a:latin typeface="Arial"/>
              </a:rPr>
              <a:t>The manifest is messy: 177 missing ages, titles buried inside names, scales that disagree. Today we turn passengers into signals - without cheating.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5B6774"/>
                </a:solidFill>
                <a:latin typeface="Arial"/>
              </a:rPr>
              <a:t>Machine Learning -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RECAP AND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One bar rules the module: FIT on train, CHOOSE by validation, REPORT on test - once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Where we left off: 891 manifest rows, split 80/20 into 712 train / 179 test - stratified, seed 42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In exam terms: study on the train rows, pick your strategy with practice tests, sit the final once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Golden rule restated: anything learned FROM data (a fill-in value, a scaler) is part of the model - so it must never see test rows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bar: FIT on the training band; CHOOSE models and settings in a validation band; REPORT on the test band, opened once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Everything today happens inside the FIT band only</a:t>
            </a:r>
          </a:p>
        </p:txBody>
      </p:sp>
      <p:pic>
        <p:nvPicPr>
          <p:cNvPr id="8" name="Picture 7" descr="frame_c_bar_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16689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bar every session returns to. Harvard CS109A / ISLR ch. 5 (model selection vs model assessment).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1 - The theory: turning the world into vectors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A vector is just a row of numbers. Before any code: the model only sees the numbers you construct - missing values, encodings, scales, and expanded features are design decisions, not chores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REPRESENTATION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model only sees the numbers you construct - representation comes 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Representation - in plain words: the row of numbers you choose to describe each passenger with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model never meets a passenger - it meets that row; the representation IS its whole world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Good features beat fancy algorithms: a simple model on good columns routinely wins on tables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core trick: transform the inputs, keep the model - same line-fitter, new coordinates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Look right: the same points defeat a line on one axis and line up perfectly on another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This chapter: the principled moves - gaps, encodings, scaling, expansion - and why each is honest</a:t>
            </a:r>
          </a:p>
        </p:txBody>
      </p:sp>
      <p:pic>
        <p:nvPicPr>
          <p:cNvPr id="8" name="Picture 7" descr="fig_repres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1562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same synthetic points, two coordinate systems. MIT 6.390, ch. 5 "Feature representation".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WHY PREPARATION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Models are picky eaters: they want numbers only, no gaps, sensible scales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0167"/>
                <a:gridCol w="4880335"/>
                <a:gridCol w="3771168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The model demands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Raw Titanic reality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The fix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Numbers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Sex is "male"/"female"; Embarked is C/Q/S; Name is free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Encoding: turn categories into 0/1 columns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 gaps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Age missing in 177 of 891 rows (19.9%); Embarked missing in 2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Imputation: fill gaps with a value learned from train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Sensible scales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Age runs 0 to 80 while Fare runs 0 to 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Scaling: put features on a comparable ruler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Why so picky? A model sees each passenger as a point in space, one axis per column - words and gaps have no place on an axis. Impute = fill a gap with a learned substitute. Counts: Module 2, notebook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MISSING VALUES: THE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Missing values come in three species - and the data cannot tell you which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MCAR - in plain words: holes poked blindfolded; nothing decides where they land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MAR: the chance of a hole depends on OTHER columns you can see (third class recorded less often?)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MNAR: the hole is caused by the hidden value itself - the nastiest species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punchline: the data alone can never tell you which - you must reason about the world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Discuss: which species could the Titanic's 177 missing ages be? Argue it - the table cannot</a:t>
            </a:r>
          </a:p>
        </p:txBody>
      </p:sp>
      <p:pic>
        <p:nvPicPr>
          <p:cNvPr id="8" name="Picture 7" descr="fig_missingness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40638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Each Titanic story is plausible, not asserted. Harvard CS109A, Missing Data lecture (2020, L19).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ENCODING: THE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Three honest encodings: one-hot labels, thermometer ranks, standardized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Encoding - in plain words: translating the world into the only language the model speaks: numbers - without accidentally lying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No real order (Embarked C/Q/S): one-hot - one 0/1 column per category, exactly one switched on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Real order, unknown spacing (S &lt; M &lt; L): a thermometer code keeps the ranking, invents no distances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True quantities (Age, Fare): keep the number, then standardize = re-express as 'how far from average'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Never arbitrary integers: C=1, Q=2, S=3 claims S is three times C - the model learns the lie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honesty test: an encoding may claim only the structure the category really has</a:t>
            </a:r>
          </a:p>
        </p:txBody>
      </p:sp>
      <p:pic>
        <p:nvPicPr>
          <p:cNvPr id="8" name="Picture 7" descr="fig_encodings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89201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the encoding menu. MIT 6.390, ch. 5, sec. 5.3 "Hand-constructing features".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SCALING: THE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Scaling does not change the destination - it straightens the road to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Recall Session 1: training walks downhill on the cost - the landscape of the average miss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With Fare 0-512 next to Age 0-80, the bowl stretches into a long skinny valley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walk zigzags across the narrow valley and crawls - look left: the dotted path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Rescale to comparable ranges and the bowl turns round - the walk heads straight for the star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Scaling never changes what the best model predicts - only how fast and reliably you find it</a:t>
            </a:r>
          </a:p>
        </p:txBody>
      </p:sp>
      <p:pic>
        <p:nvPicPr>
          <p:cNvPr id="8" name="Picture 7" descr="fig_contours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4171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schematic cost surface, not course data. Ng, Machine Learning Specialization C1W2.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ENGINEERING: THE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New features bend the space: four points no line can split become splittable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Four points at (+1 or -1, +1 or -1); diagonal corners share a class - no straight line can separate them, ever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Add one engineered column, x1 * x2: it is +1 for one class and -1 for the other - a single threshold now separates them perfectly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We did not change the model; we changed the space it looks at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Preview of Part 2: Title and FamilySize will be the manifest's engineered axes - patterns the raw columns only hint at become linearly visible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linear model on transformed features is a non-linear model in the original space - feature engineering IS model power</a:t>
            </a:r>
          </a:p>
        </p:txBody>
      </p:sp>
      <p:pic>
        <p:nvPicPr>
          <p:cNvPr id="8" name="Picture 7" descr="fig_xor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1627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the classic XOR construction. MIT 6.390, ch. 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BASIS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Give a line x-squared as a column and it learns curves - flexibility bought with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Basis expansion - in plain words: give the line new ingredients (x squared) and it can cook curves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Append transformed copies of columns you already have - x squared, x cubed, x1 * x2 - as new features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Nothing about the fitter changes: still a linear model, just reading a wider table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line in the new coordinates is a curve in the old ones - flexibility bought with features, not a new algorithm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XOR's product column (previous slide) is the same family: powers and products of what you measured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price: every added column is flexibility the model can spend on noise - Session 3 counts that cost</a:t>
            </a:r>
          </a:p>
        </p:txBody>
      </p:sp>
      <p:pic>
        <p:nvPicPr>
          <p:cNvPr id="8" name="Picture 7" descr="fig_basis_expa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160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one fitter, two feature tables, synthetic points. Harvard CS109A, Lecture 4 "Polynomial Regression" / ISLR.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2 - Practice: preparing the manifest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The theory applied to 891 passengers: fit on the 712 training rows only, engineer Title and FamilySize, and wire every step into one leak-proof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MISSING VALUES THE ML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Fit the imputer on train only - the test median is information we refuse to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SimpleImputer(strategy="median"): fit(train) learns median (the middle value) Age 28.5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transform(train) and transform(test) both fill gaps with that same 28.5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test-only median (27.0) is "exactly the information we refuse to use"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Never call fit on the test set - treat it like the future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Embarked (2 gaps): strategy="most_frequent" learns "S" from train</a:t>
            </a:r>
          </a:p>
        </p:txBody>
      </p:sp>
      <p:pic>
        <p:nvPicPr>
          <p:cNvPr id="8" name="Picture 7" descr="fig_imp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793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Missing Age rows and learned medians.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ENCODING CATEGORICAL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One-hot gives each category its own 0/1 column - and the training set fixes the columns once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6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500"/>
                <a:gridCol w="2440167"/>
                <a:gridCol w="2218334"/>
                <a:gridCol w="2218334"/>
                <a:gridCol w="2218334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Passenger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Embarked_C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Embarked_Q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Embarked_S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Part 1's menu chose for us: Embarked has no real order, so one-hot - never C=1, Q=2, S=3. Module 2, notebook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79392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50" b="0">
                <a:solidFill>
                  <a:srgbClr val="202B38"/>
                </a:solidFill>
                <a:latin typeface="Arial"/>
              </a:rPr>
              <a:t>fit(train) memorizes the exact column layout; transform(test) always reproduces those same columns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50" b="0">
                <a:solidFill>
                  <a:srgbClr val="202B38"/>
                </a:solidFill>
                <a:latin typeface="Arial"/>
              </a:rPr>
              <a:t>handle_unknown="ignore": an unseen category becomes all zeros - no crash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50" b="0">
                <a:solidFill>
                  <a:srgbClr val="202B38"/>
                </a:solidFill>
                <a:latin typeface="Arial"/>
              </a:rPr>
              <a:t>pd.get_dummies instead builds columns from whatever it happens to see - train and test drift apart (the notebook demo misaligns them)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Scaling re-labels the ruler: distance models care, trees never notice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Geometry first: each passenger is a point in space, one axis per feature - scaling makes the axes comparable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Distance and equation models (KNN, Logistic Regression) let the big-number axis dominate: raw Fare gaps drown out Age gaps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Trees only ask questions like "is Fare &gt; 30?" - scale never matters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StandardScaler: Fare becomes mean -0.00, std 1.00. MinMaxScaler: Fare squeezed into 0.0 to 1.0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histogram shape does not change - only the numbers on the axis do; Part 1's skinny valley is why equation models still care</a:t>
            </a:r>
          </a:p>
        </p:txBody>
      </p:sp>
      <p:pic>
        <p:nvPicPr>
          <p:cNvPr id="8" name="Picture 7" descr="fig_sc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90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Raw training ranges: Age 0 to 80, Fare 0 to 512.3.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ENGINEERING: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Title packs sex, age, and status into one column - and finds the boys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regex (text-search pattern) " ([A-Za-z]+)\." grabs the word before the period - the title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"Cumings, Mrs. John Bradley" yields Mrs for Florence; 14 raw titles group into 5 buckets: Mr, Miss, Mrs, Master, Rare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Frankie, age 9, is a "Master" - the old title for young boys, secretly encoding "male child"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To the Sex column, Owen (22) and Frankie (9) are both just male - Title tells the man from the boy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Signal check: Mrs and Miss survived far more often than Mr; Master sits well above adult men</a:t>
            </a:r>
          </a:p>
        </p:txBody>
      </p:sp>
      <p:pic>
        <p:nvPicPr>
          <p:cNvPr id="8" name="Picture 7" descr="fig_tit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793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Grouped Title counts, training set (712 rows).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ENGINEERING: FAMILYSIZE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FamilySize = SibSp + Parch + 1 - small families of 2 to 4 fared best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FamilySize = SibSp + Parch + 1: everyone counts themselves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Owen: SibSp 1, Parch 0 -&gt; FamilySize 2. Frankie: SibSp 0, Parch 2 -&gt; FamilySize 3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IsAlone = 1 when FamilySize is 1: 434 of 712 training passengers - none of our three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Notebook charts: solo travelers and very large families fared badly; small families of 2 to 4 did best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More features is not automatically better - always check for signal</a:t>
            </a:r>
          </a:p>
        </p:txBody>
      </p:sp>
      <p:pic>
        <p:nvPicPr>
          <p:cNvPr id="8" name="Picture 7" descr="fig_fam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8165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FamilySize distribution, training set.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ENGINEERING, ATTRIBUTED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Multiply two weak columns and you can get one strong feature - Ng's area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Andrew Ng - Machine Learning Specialization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 house lot has frontage (x1) and depth (x2)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New feature: x3 = x1 * x2 = lot area - exactly Part 1's x1 * x2 move, in Ng's own example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Area is often more predictive than either raw column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One multiplication - no new data collected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The same move on the Titanic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SibSp + Parch + 1 = FamilySize: one column beats two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Name -&gt; Title: sex, age, and status compressed into one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Master = young boy: a signal Sex and Age only hint at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Good features often improve a model more than a fancier algorithm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Ng's rule for inventing features, paraphrased: use knowledge or intuition about the problem to design new columns. Ng, Machine Learning Specialization.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PUTTING IT ALL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Frankie walks the pipeline: raw row in, 18 leak-proof numbers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fit_transform(train) learns every step's values; transform(test) only applies them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Numeric: impute median, then scale. Categorical: impute most frequent, then one-hot with handle_unknown="ignore"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Three reasons for a Pipeline: no leakage, no forgotten steps, portability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IsAlone is computed for every row but not on the model's feature list - the ColumnTransformer keeps only listed columns</a:t>
            </a:r>
          </a:p>
        </p:txBody>
      </p:sp>
      <p:pic>
        <p:nvPicPr>
          <p:cNvPr id="8" name="Picture 7" descr="s2_pipeline_frank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927" y="1874519"/>
            <a:ext cx="6433666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PassengerId 166, raw fields verbatim from the dataset. The canonical prep, reused verbatim by Sessions 3 and 4.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Two parts, three golden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Part 1, the theory: the model only sees the numbers you construct - representation comes first (MIT)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Missingness has species - MCAR, MAR, MNAR - and the data can't tell you which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Features change the geometry: Ng's area, MIT's XOR, Harvard's x-squared - good columns beat fancier algorithms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Part 2, the practice: split first (80/20, seed 42, stratified); fit on train only - imputers, encoders, and scalers learn from the 712 training rows; Pipelines always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Proof it works: a plain Logistic Regression scores 0.838 on the 179 unseen passengers - train 0.829, no memorization gap; choosing the best model is Session 3's whole job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Practice now: notebook 01-data-prep-and-feature-engineering in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B9D0FA"/>
                </a:solidFill>
                <a:latin typeface="Arial"/>
              </a:rPr>
              <a:t>Machine Learning - Module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Session 2 - Data Prep and Feature Engineering</dc:title>
  <dc:subject/>
  <dc:creator>M2 Machine Learning course</dc:creator>
  <cp:keywords/>
  <dc:description/>
  <cp:lastModifiedBy>M2 Machine Learning course</cp:lastModifiedBy>
  <cp:revision>1</cp:revision>
  <dcterms:created xsi:type="dcterms:W3CDTF">2013-01-27T09:14:16Z</dcterms:created>
  <dcterms:modified xsi:type="dcterms:W3CDTF">2013-01-27T09:15:58Z</dcterms:modified>
  <cp:category/>
</cp:coreProperties>
</file>