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Data Preparation and 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manifest is messy: 177 missing ages, titles buried inside names, scales that disagree. Today we turn passengers into signals - without cheating.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RECAP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bar rules the module: FIT on train, CHOOSE by validation, REPORT on test -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Where we left off: 891 manifest rows, split 80/20 into 712 train / 179 test - stratified, seed 42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Golden rule restated: the model never sees test data during preparation - anything learned FROM data (an imputation value, a scaler) is part of the model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bar: FIT on the training band; CHOOSE models and settings in a validation band - Session 3 builds it with cross-validation; REPORT on the test band, opened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Everything today happens inside the FIT band only</a:t>
            </a:r>
          </a:p>
        </p:txBody>
      </p:sp>
      <p:pic>
        <p:nvPicPr>
          <p:cNvPr id="8" name="Picture 7" descr="frame_c_bar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bar every session returns to.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PREPARATION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Models are picky eaters: they want numbers only, no gaps, sensible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0167"/>
                <a:gridCol w="4880335"/>
                <a:gridCol w="3771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model demands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Raw Titanic reality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fix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Sex is "male"/"female"; Embarked is C/Q/S; Name is free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Encoding: turn categories into 0/1 columns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missing in 177 of 891 rows (19.9%); Embarked missing in 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Imputation: fill gaps with a value learned from train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Sensible scales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 runs 0 to 80 while Fare runs 0 to 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Scaling: put features on a comparable ruler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so picky? A model sees each passenger as a point in space, one axis per column - words and gaps have no place on an axis. Impute = fill a gap with a learned substitute. Counts: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0A2540"/>
                </a:solidFill>
                <a:latin typeface="Arial"/>
              </a:rPr>
              <a:t>MIT gives feature representation its own chapter: how you represent the data usually matters more than which algorithm you run - a simple model on good features routinely beats a fancy model on raw ones. MIT 6.390, ch. 5 "Feature representation".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 THE ML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Fit the imputer on train only - the test median is information we refuse to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SimpleImputer(strategy="median"): fit(train) learns median Age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transform(train) and transform(test) both fill gaps with that same 28.5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test-only median (27.0) is "exactly the information we refuse to use"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Never call fit on the test set - treat it like the future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Embarked (2 gaps): strategy="most_frequent" learns "S" from train</a:t>
            </a:r>
          </a:p>
        </p:txBody>
      </p:sp>
      <p:pic>
        <p:nvPicPr>
          <p:cNvPr id="8" name="Picture 7" descr="fig_i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Missing Age rows and learned medians.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MISSING VALUES: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Missing values come in three species - and the data cannot tell you which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species: MCAR (random holes), MAR (holes explained by other columns), MNAR (holes caused by the hidden value itself)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punchline: the deciding variables are unobserved by definition - the data alone can never tell you the type; you must reason about the world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Discuss: which species could the Titanic's 177 missing ages be? Argue it - the table cannot</a:t>
            </a:r>
          </a:p>
        </p:txBody>
      </p:sp>
      <p:pic>
        <p:nvPicPr>
          <p:cNvPr id="8" name="Picture 7" descr="fig_missingness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63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Each Titanic story is plausible, not asserted. Harvard CS109A, Missing Data lecture (2020, L19).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ENCODING CATEGORICAL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One-hot gives each category its own 0/1 column - and the training set fixes the columns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500"/>
                <a:gridCol w="2440167"/>
                <a:gridCol w="2218334"/>
                <a:gridCol w="2218334"/>
                <a:gridCol w="221833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Embarked_Q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Embarked_S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not C=1, Q=2, S=3? That would tell the model S is "three times" C - and models will try to use it. A fake order lies about distance. Module 2, notebook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fit(train) memorizes the exact column layout; transform(test) always reproduces those same columns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handle_unknown="ignore": an unseen category becomes all zeros - no crash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50" b="0">
                <a:solidFill>
                  <a:srgbClr val="202B38"/>
                </a:solidFill>
                <a:latin typeface="Arial"/>
              </a:rPr>
              <a:t>pd.get_dummies instead builds columns from whatever it happens to see - train and test drift apart (the notebook demo misaligns them)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6811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0A2540"/>
                </a:solidFill>
                <a:latin typeface="Arial"/>
              </a:rPr>
              <a:t>MIT's encoding menu: true quantity -&gt; numeric; ordered -&gt; thermometer code; otherwise -&gt; one-hot - never arbitrary integer codes: the model learns from the lie. MIT 6.390, ch. 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re-labels the ruler: distance models care, trees never notice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Geometry first: each passenger is a point in space, one axis per feature - scaling makes the axes comparable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Distance and equation models (KNN, Logistic Regression) let the big-number axis dominate: raw Fare gaps drown out Age gaps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Trees only ask questions like "is Fare &gt; 30?" - scale never matters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StandardScaler: Fare becomes mean -0.00, std 1.00. MinMaxScaler: Fare squeezed into 0.0 to 1.0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histogram shape does not change - only the numbers on the axis do. So why do equation models care? Next slide</a:t>
            </a:r>
          </a:p>
        </p:txBody>
      </p:sp>
      <p:pic>
        <p:nvPicPr>
          <p:cNvPr id="8" name="Picture 7" descr="fig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90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Raw training ranges: Age 0 to 80, Fare 0 to 512.3.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SCALING: THE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Scaling does not change the destination - it straightens the road to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walks downhill on the cost surface: nudge the weights in whichever direction lowers the average miss fastest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With Fare 0-512 next to Age 0-80, the bowl becomes a long skinny valley - the downhill walk zigzags across the narrow direction and crawls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Rescale to comparable ranges and the contours turn nearly circular - the walk heads straight for the minimum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Scaling changes nothing about what the best model predicts - only how fast and reliably you find it: same destination, very different trip</a:t>
            </a:r>
          </a:p>
        </p:txBody>
      </p:sp>
      <p:pic>
        <p:nvPicPr>
          <p:cNvPr id="8" name="Picture 7" descr="fig_contour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171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schematic cost surface, not course data. Ng, Machine Learning Specialization C1W2.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Where humans still beat machines: the manifest already knows Frankie is a boy and Owen is not alone - our job is to put that into 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Title packs sex, age, and status into one column - and finds the boys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Regex " ([A-Za-z]+)\." grabs the word before the period - the title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"Cumings, Mrs. John Bradley" yields Mrs for Florence; 14 raw titles group into 5 buckets: Mr, Miss, Mrs, Master, Rare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Frankie, age 9, is a "Master" - the old title for young boys, secretly encoding "male child"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 the Sex column, Owen (22) and Frankie (9) are both just male - Title tells the man from the boy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Signal check: Mrs and Miss survived far more often than Mr; Master sits well above adult men</a:t>
            </a:r>
          </a:p>
        </p:txBody>
      </p:sp>
      <p:pic>
        <p:nvPicPr>
          <p:cNvPr id="8" name="Picture 7" descr="fig_tit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793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Grouped Title counts, training set (712 rows).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FAMILYSIZE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FamilySize = SibSp + Parch + 1 - small families of 2 to 4 fared best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FamilySize = SibSp + Parch + 1: everyone counts themselves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Owen: SibSp 1, Parch 0 -&gt; FamilySize 2. Frankie: SibSp 0, Parch 2 -&gt; FamilySize 3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= 1 when FamilySize is 1: 434 of 712 training passengers - none of our three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Notebook charts: solo travelers and very large families fared badly; small families of 2 to 4 did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More features is not automatically better - always check for signal</a:t>
            </a:r>
          </a:p>
        </p:txBody>
      </p:sp>
      <p:pic>
        <p:nvPicPr>
          <p:cNvPr id="8" name="Picture 7" descr="fig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81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FamilySize distribution, training set.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ENGINEERING, ATTRIBUTED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Multiply two weak columns and you can get one strong feature - Ng's area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Andrew Ng - Machine Learning Specialization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house lot has frontage (x1) and depth (x2)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New feature: x3 = x1 * x2 = lot area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Area is often more predictive than either raw column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multiplication - no new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same move on the Titanic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SibSp + Parch + 1 = FamilySize: one column beats two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Name -&gt; Title: sex, age, and status compressed into one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Master = young boy: a signal Sex and Age only hint at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Good features often improve a model more than a fancier 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Ng's rule for inventing features: "use knowledge or intuition about the problem to design new features."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ENGINEERING: THE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New features bend the space: four points no line can split become splittable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Four points at (+1 or -1, +1 or -1); diagonal corners share a class - no straight line can separate them, ever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Add one engineered column, x1 * x2: it is +1 for one class and -1 for the other - a single threshold now separates them perfectly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We did not change the model; we changed the space it looks 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Titanic parallel: Title and FamilySize are our x1 * x2 - new axes that make patterns the raw columns only hint at linearly visible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linear model on transformed features is a non-linear model in the original space - feature engineering IS model power</a:t>
            </a:r>
          </a:p>
        </p:txBody>
      </p:sp>
      <p:pic>
        <p:nvPicPr>
          <p:cNvPr id="8" name="Picture 7" descr="fig_xor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1627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the classic XOR construction. MIT 6.390,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PUTTING IT 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Frankie walks the pipeline: raw row in, 18 leak-proof numbers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fit_transform(train) learns every step's values; transform(test) only applies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Numeric: impute median, then scale. Categorical: impute most frequent, then one-hot with handle_unknown="ignore"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reasons for a Pipeline: no leakage, no forgotten steps, portability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IsAlone is computed for every row but not on the model's feature list - the ColumnTransformer keeps only listed columns</a:t>
            </a:r>
          </a:p>
        </p:txBody>
      </p:sp>
      <p:pic>
        <p:nvPicPr>
          <p:cNvPr id="8" name="Picture 7" descr="s2_pipeline_frank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PassengerId 166, raw fields verbatim from the dataset. The canonical prep, reused verbatim by Sessions 3 and 4. Module 2, notebook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Three golden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Split first: 80/20 before any preparation (seed 42, stratified)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Fit on train only - the FIT band of the bar: imputers, encoders, and scalers learn from the 712 training rows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Pipelines always: one object that remembers every step and kills leakage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Missingness has species - MCAR, MAR, MNAR - and the data can't tell you which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Features change the geometry: good columns beat fancier algorithms (Ng's area, MIT's XOR)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Proof it works: a plain Logistic Regression scores 0.838 on the 179 unseen passengers - train 0.829, no memorization gap; choosing the best model is Session 3's whole job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01-data-prep-and-feature-engineering in Colab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2 - Data Prep and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2 - Data Prep and Feature Engineering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