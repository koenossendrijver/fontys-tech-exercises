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Orthogonalization is a long word for a simple demand: one knob, one job. A radio where every knob changes volume, station and tone at once cannot be tuned - and turning random ML knobs is that radio. First name the bar you are failing, then reach for that bar's knob only. Ask the class: your model aces training but flops on validation - which bar, which knob?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kitchen carries this one: the oven temperature is a hyperparameter - you set it before baking; what happens to the ingredients inside is the parameters - the process finds those itself. You never hand-set a parameter, and the model never chooses a hyperparameter. Ask the class: max_depth of a tree - oven dial or cake batter?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Deflate the new word: tuning is nothing but Session 3's tournament run again, with versions of one model as the contestants instead of six different families. MIT's reframe makes it legitimate: two settings really are two algorithms. Same referee, same rules, new entrants. Ask the class: if you already trust the tournament from last week, what is actually new today?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picture does the arguing: both panels spend nine trials, but the grid lines its shots up in three columns, so the knob that matters only ever sees three values - the ticks under the axis count them. Random scatters, so the important knob gets nine different values for the same budget. Ask the class: you get 20 trials and five knobs - grid or random, and why?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Error analysis is deliberately low-tech: open the mistakes, look at them by hand, and tally them into categories in a spreadsheet. The bottom row of percentages is the priority list - a 5% category cannot pay for a month of work, a 50% category is the month. Warn them about the guard: you will overfit whatever you stare at, hence the Eyeball/Blackbox split. Ask the class: why count first and fix second, not the other way round?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scoreboard: with a single agreed number, ten experiments rank themselves; with three numbers, every comparison becomes a meeting. When something else genuinely matters - safety, speed - it becomes a bar to clear, not a second score to chase; exactly one number stays on the scoreboard. Ask the class: A wins precision, B wins recall - without a combiner, who ships?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the theory on the exam metaphor: practice tests choose your strategy - retake them all you like; the final exam grades it - and you sit it once. The moment you pick your strategy using the final's questions, the final stops measuring anything. Ask the class: why does a score you optimized against stop being a forecast?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Theory made real: 18 grid combos and 15 random draws all ran Session 3's tournament again, refereed by the same 5-fold CV, test set sealed. Random found a better setting than the grid with fewer tries - exactly the slide-6 prediction. Read the winning knobs out loud: capped depth and bigger leaves are brakes, regularization by another name. Ask the class: why is it no surprise the winner has LESS freedom than the default forest?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final exam, sat once: the practice tests promised 0.8274 and the sealed final answered 0.8268 - a gap of 0.0006. That agreement is the reward for never peeking: a search judged honestly generalizes. Also set expectations: tuning bought about one percentage point, not a miracle. Ask the class: if we had checked the test score after every tuning try, what would this chart look like - and could we still trust it?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400" b="1">
                <a:solidFill>
                  <a:srgbClr val="1E5EF3"/>
                </a:solidFill>
                <a:latin typeface="Arial"/>
              </a:rPr>
              <a:t>SESSION 4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4400" b="1">
                <a:solidFill>
                  <a:srgbClr val="0A2540"/>
                </a:solidFill>
                <a:latin typeface="Arial"/>
              </a:rPr>
              <a:t>Tuning and Shipping the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800" b="0">
                <a:solidFill>
                  <a:srgbClr val="5B6774"/>
                </a:solidFill>
                <a:latin typeface="Arial"/>
              </a:rPr>
              <a:t>The forest gets tuned, the test set gets its one look, and the model leaves the notebook: a public app anyone can ask about a passenger like Owen or Florence.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035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5B6774"/>
                </a:solidFill>
                <a:latin typeface="Arial"/>
              </a:rPr>
              <a:t>Machine Learning - Module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WHERE WE ARE - NG'S ORTHOGONALIZATION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Tune one knob per problem: four bars, each with its own dials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Orthogonalization - in plain words: one knob does one job; a radio whose knobs all do everything is untunable.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Where we are: leak-proof pipeline (712/179, 18 features); LogReg champion CV 0.819 / test 0.838, no knobs left; Random Forest 0.797 has the most knobs - today's candidate.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Ng's tuning philosophy: clear four bars in order - fit training, generalize to validation, hold up on test, work in the world - each bar with its OWN knobs.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cures, per bar: bigger model / regularize or add data / a fresher validation set / fix the data or the metric.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Diagnose WHICH bar you are failing (Session 3's two numbers) before touching any knob. Today: the validation bar, then the world bar.</a:t>
            </a:r>
          </a:p>
        </p:txBody>
      </p:sp>
      <p:pic>
        <p:nvPicPr>
          <p:cNvPr id="8" name="Picture 7" descr="orthogonalization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1025" y="1874519"/>
            <a:ext cx="6151470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Ng's orthogonalization ladder: one job per knob. Ng, Deep Learning Specialization C3 "Structuring ML Projects".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4 - Optimization and Deployment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3657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0" b="1">
                <a:solidFill>
                  <a:srgbClr val="1E5EF3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6616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3400" b="1">
                <a:solidFill>
                  <a:srgbClr val="FFFFFF"/>
                </a:solidFill>
                <a:latin typeface="Arial"/>
              </a:rPr>
              <a:t>Part 1 - The theory: tuning and judging without fooling yourself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7091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600" b="0">
                <a:solidFill>
                  <a:srgbClr val="B9D0FA"/>
                </a:solidFill>
                <a:latin typeface="Arial"/>
              </a:rPr>
              <a:t>Six ideas that hold for every model you will ever tune - the referee stays cross-validation, and the test set stays sealed.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M2 Session 4 - Optimization and Deployment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THEORY - TWO KINDS OF SETTINGS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The model learns its parameters - you set the hyperparameters before 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394960" cy="3977639"/>
          </a:xfrm>
          <a:prstGeom prst="rect">
            <a:avLst/>
          </a:prstGeom>
          <a:solidFill>
            <a:srgbClr val="EE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39111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500" b="1">
                <a:solidFill>
                  <a:srgbClr val="0A2540"/>
                </a:solidFill>
                <a:latin typeface="Arial"/>
              </a:rPr>
              <a:t>Parameters: the model learns them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41447"/>
            <a:ext cx="4937760" cy="3246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Learned from the data during training - fit() finds them.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Example: the split rules inside every tree of the forest.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There are thousands; you never set one by hand.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In the kitchen: how the ingredients turn into cake.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874519"/>
            <a:ext cx="5394960" cy="3977639"/>
          </a:xfrm>
          <a:prstGeom prst="rect">
            <a:avLst/>
          </a:prstGeom>
          <a:solidFill>
            <a:srgbClr val="EE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039111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500" b="1">
                <a:solidFill>
                  <a:srgbClr val="0A2540"/>
                </a:solidFill>
                <a:latin typeface="Arial"/>
              </a:rPr>
              <a:t>Hyperparameters: you choose them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2441447"/>
            <a:ext cx="4937760" cy="3246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Chosen by you before training starts.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Examples: n_estimators (how many trees), max_depth (how deep).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Tuning = try different knob positions, keep the best result.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In the kitchen: the oven temperature - set before baking.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MIT's sharper cut: hyperparameters sit OUTSIDE Session 1's three slots - they define the game the learner plays.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Same algorithm, two settings = best thought of as two different algorithms. MIT 6.390, Appendix C.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533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Baking analogy: the oven temperature is a hyperparameter you set; how the ingredients turn into cake is the parameters.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4 - Optimization and Deployment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THEORY - TUNING IS COMPARING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Tuning is not a new skill - two settings of one algorithm are two different algorithms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Tuning - in plain words: Session 3's tournament again, now between versions of one model.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MIT's reframe: a forest capped at depth 4 and a forest allowed depth 8 are two different algorithms - same name, different game.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So tuning is a problem you already solved: Session 3 compared six families; tuning compares variants of one.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referee never changes: run each variant, score it on folds it never trained on, keep the best.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Harvard files hyperparameter tuning under model selection, next to choosing predictors: one discipline, not two.</a:t>
            </a:r>
          </a:p>
        </p:txBody>
      </p:sp>
      <p:pic>
        <p:nvPicPr>
          <p:cNvPr id="8" name="Picture 7" descr="two_settings_one_refe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2893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Two settings of one forest, judged by the same referee - illustration. MIT 6.390, Appendix C; Harvard CS109A.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4 - Optimization and Deployment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THEORY - SEARCH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Knobs are not equally important - random search tests nine values of the one that matters, a grid tests three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Grid vs random - in plain words: a grid re-tests the same few values; random tries a new value every time.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Typically one or two knobs dominate the score - and you do not know in advance which.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A 3x3 grid spends nine trials on only three distinct values of each knob - six trials are repeats.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Nine random draws test nine NEW values of every knob at once - nine chances instead of three where it counts.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Same budget, more information: that is why random search usually wins beyond a couple of knobs.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referee never changes: every candidate - grid cell or random draw - is scored by the same cross-validation.</a:t>
            </a:r>
          </a:p>
        </p:txBody>
      </p:sp>
      <p:pic>
        <p:nvPicPr>
          <p:cNvPr id="8" name="Picture 7" descr="grid_vs_rand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0324" y="1874519"/>
            <a:ext cx="6452871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Nine trials spent two ways on a landscape where one knob matters - illustration.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4 - Optimization and Deployment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THEORY - ERROR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Before turning more knobs, read the mistakes - an hour of counting beats a week of guessing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Pull the misclassified validation examples and look at them by hand - about 100 when you have them.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Tally them into categories in a spreadsheet; add new categories as they emerge.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bottom row of percentages IS your priority list: a category worth 5% of errors caps its payoff at almost nothing; one worth 50% is where the month goes.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Guard: split a large validation set into an "Eyeball" part you inspect and a "Blackbox" part you never look at - you will overfit whatever you stare at.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Exercise: pull our champion's misclassified test-set passengers in the notebook and tally your own categories (family size? fare band? title?) - no fixing allowed before the counting.</a:t>
            </a:r>
          </a:p>
        </p:txBody>
      </p:sp>
      <p:pic>
        <p:nvPicPr>
          <p:cNvPr id="8" name="Picture 7" descr="error_analysis_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402676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The method, on Ng's classic image-classifier example - illustration, not our data. Ng, Machine Learning Yearning chs. 14-19.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4 - Optimization and Deployment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THEORY - ONE NUMBER TO STEER BY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Agree on one evaluation number before you experiment - it makes every comparison instant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doctrine - in plain words: one scoreboard; teams argue forever with two scoreboards.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Two numbers cannot rank two models: A wins precision, B wins recall - deadlock until one combiner (F1) breaks it.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F1 punishes imbalance: precision 0.9 with recall 0.1 scores near 0.18, not 0.5 - a useless side cannot hide.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When one number is genuinely not enough (safety, latency): make those SATISFICING - bars to clear, not scores to chase - and keep exactly ONE metric to maximize.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Set the metric and the validation data at project start: they define "better" for the whole team.</a:t>
            </a:r>
          </a:p>
        </p:txBody>
      </p:sp>
      <p:pic>
        <p:nvPicPr>
          <p:cNvPr id="8" name="Picture 7" descr="single_number_score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66691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A deadlocked scoreboard resolved by one number - illustration. Ng, Machine Learning Yearning chs. 8-9.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4 - Optimization and Deployment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THEORY - SELECTION VS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Choosing and grading are different jobs - CHOOSE as often as you like, REPORT opens once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In plain words: practice tests choose your strategy; the final exam grades it - and you only sit the final once.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Model SELECTION picks the knob values - done on validation data or by CV, repeatable a thousand times.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Model ASSESSMENT estimates real-world performance - done exactly once, on the untouched test set.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Select on the test set and it silently becomes a practice test: you tuned toward it, so its score flatters.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A number you optimized against is a target you hit, not a forecast - that is why REPORT opens once.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verbs bar, unchanged since Session 2: FIT on train, CHOOSE inside it by CV, REPORT on the sealed test rows.</a:t>
            </a:r>
          </a:p>
        </p:txBody>
      </p:sp>
      <p:pic>
        <p:nvPicPr>
          <p:cNvPr id="8" name="Picture 7" descr="select_vs_ass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45676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Two jobs over the same verbs bar: selection lives left of the seal; assessment spends it. Harvard CS109A / ISLR ch. 5.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4 - Optimization and Deployment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3657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0" b="1">
                <a:solidFill>
                  <a:srgbClr val="1E5EF3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6616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3400" b="1">
                <a:solidFill>
                  <a:srgbClr val="FFFFFF"/>
                </a:solidFill>
                <a:latin typeface="Arial"/>
              </a:rPr>
              <a:t>Part 2 - Practice: tune it, prove it, ship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7091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600" b="0">
                <a:solidFill>
                  <a:srgbClr val="B9D0FA"/>
                </a:solidFill>
                <a:latin typeface="Arial"/>
              </a:rPr>
              <a:t>Grid and random search for real, one honest look at the test set, then the model leaves the notebook - a public app anyone can ask about a passenger like Owen or Florence.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M2 Session 4 - Optimization and Deployment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PRACTICE - GRID AND RANDOM 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Grid and random search lift the forest from 0.7937 to 0.8274 - random wins with fewer tries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Grid search = CV plus nested for-loops, no magic: 2x3x3 = 18 combos x 5 folds = 90 trainings. Best (max_depth 4, min_samples_leaf 5, 100 trees): CV 0.8259, +0.0322 over the 0.7937 default.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Grids explode: 5 knobs x 6 values = 7,776 combos - nearly 39,000 trainings. 15 random draws instead test up to 15 distinct values of every knob: CV 0.8274, beating the grid with fewer tries.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Part 1 in action: all 33 candidates ran Session 3's tournament again - same referee (5-fold CV), new contestants - and the test set stayed sealed.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Read the winning knobs: capped depth and bigger leaves are complexity BRAKES - regularization by another name: a little bias buys a big drop in variance. Session 3's U-curve, found automatically.</a:t>
            </a:r>
          </a:p>
        </p:txBody>
      </p:sp>
      <p:pic>
        <p:nvPicPr>
          <p:cNvPr id="8" name="Picture 7" descr="tuning_a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8924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Random Forest 5-fold CV accuracy at each tuning stage. Module 2, notebook 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4 - Optimization and Deployment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PRACTICE - THE HONEST FINAL EXAM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One look at 179 unseen passengers: 0.8268 - within 0.0006 of CV, the tuning did not fool itself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Final exam: 179 passengers the model has never seen, scored one time: accuracy 0.8268, F1 0.7597.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CV promised 0.8274; the sealed test answered 0.8268 - a search judged honestly generalizes.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Peeking at test scores while tuning silently turns the test set into training data.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Honest expectation: tuning buys a percentage point or two, not miracles.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This was Part 1's assessment step, executed: selection used CV only, and 0.8268 is the only forecast of real-world performance we own.</a:t>
            </a:r>
          </a:p>
        </p:txBody>
      </p:sp>
      <p:pic>
        <p:nvPicPr>
          <p:cNvPr id="8" name="Picture 7" descr="cv_vs_test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40351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Tuned forest: CV score vs the single test-set look. Module 2, notebook 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4 - Optimization and Deployment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LAST STEP BEFORE SHIPPING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You don't ship the CV copy: after choosing, retrain the winning recipe on all the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MIT's five steps: compare variants by CV, pick the winner, RETRAIN the winning recipe on all available data, ship, and be judged on data nobody at the table has seen.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Step 3 surprises beginners: the fold models were scaffolding; more data = a better final model, so refit everything.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sklearn already does the training-set version: refit=True retrains the best settings on all 712 rows automatically - that is the model we saved.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Once the single test look is spent, the recipe - not the score - is what you trust: retraining it on all 891 rows before shipping is legitimate; re-scoring it is not, because no honest data remains.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Two contamination arrows are forever forbidden: test data into training, and validation scores reused as the final report card.</a:t>
            </a:r>
          </a:p>
        </p:txBody>
      </p:sp>
      <p:pic>
        <p:nvPicPr>
          <p:cNvPr id="8" name="Picture 7" descr="retrain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3194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MIT's end-to-end evaluation pipeline - the two red arrows are never allowed. MIT 6.390, Appendix 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4 - Optimization and Deployment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FROM NOTEBOOK TO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Production is a loop, not a finish line - the model runs where real users can reach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Save the WHOLE pipeline: titanic_model_v1.joblib, 2,599 KB - raw data in, prediction out; re-coding the prep by hand invites silently wrong predictions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Load in a fresh process: no retraining, no notebook required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Version the file name (v1) so you always know what is running - and can roll back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Ng's rollout ladder for steps 4-5: SHADOW mode (model runs beside the human, predictions logged but unused), then CANARY (~5% of real traffic, watch, ramp), then full swap with a rollback path - deployment is a dial, not a switch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Monitoring closes the loop: drift detected means retrain and reship</a:t>
            </a:r>
          </a:p>
        </p:txBody>
      </p:sp>
      <p:pic>
        <p:nvPicPr>
          <p:cNvPr id="8" name="Picture 7" descr="s4_production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9319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The production loop: save, load, wrap, host, monitor, retrain. Module 2, notebook 3. Ng, Machine Learning Engineering for Production C1.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4 - Optimization and Deployment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SANITY CHECK ON TWO PASSENGERS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The loaded pipeline answers a real question - a survival gap of 100% vs 3%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Loaded from disk, no retraining: raw passenger details in, verdict out.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An invented first-class woman, 30 (Fare 80, Cherbourg) - a passenger like Florence: survives, 100%.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An invented third-class man, 28 (Fare 7.9, Southampton) - a passenger like Owen: does not survive, 3%.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A probability is confidence, not a guarantee about one individual.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gap reflects the Titanic's reality: class and sex decided lifeboat seats.</a:t>
            </a:r>
          </a:p>
        </p:txBody>
      </p:sp>
      <p:pic>
        <p:nvPicPr>
          <p:cNvPr id="8" name="Picture 7" descr="two_passeng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293800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Two invented sanity-check passengers, scored by the saved pipeline. Module 2, notebook 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4 - Optimization and Deployment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FROM MODEL TO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A few lines of Gradio turn the pipeline into a web app anyone can use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394960" cy="4297680"/>
          </a:xfrm>
          <a:prstGeom prst="rect">
            <a:avLst/>
          </a:prstGeom>
          <a:solidFill>
            <a:srgbClr val="EE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39111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500" b="1">
                <a:solidFill>
                  <a:srgbClr val="0A2540"/>
                </a:solidFill>
                <a:latin typeface="Arial"/>
              </a:rPr>
              <a:t>Gradio: a function becomes a web 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41447"/>
            <a:ext cx="4937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Write a normal Python function: inputs in, answer out.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Gradio renders it as sliders, dropdowns and a text box.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Title is derived by rule (boys under 13 Master, men Mr).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On Colab, launch() gives a shareable temporary link.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874519"/>
            <a:ext cx="5394960" cy="4297680"/>
          </a:xfrm>
          <a:prstGeom prst="rect">
            <a:avLst/>
          </a:prstGeom>
          <a:solidFill>
            <a:srgbClr val="EE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039111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500" b="1">
                <a:solidFill>
                  <a:srgbClr val="0A2540"/>
                </a:solidFill>
                <a:latin typeface="Arial"/>
              </a:rPr>
              <a:t>Hugging Face Spaces: free hosting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2441447"/>
            <a:ext cx="4937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Four files: app.py, the model, requirements.txt, README.md.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Pin the scikit-learn version in requirements.txt.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Upload the files in the browser - that is the whole deploy.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No tokens or keys in code, ever - uploads stay in the browser.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Result: a public URL anyone can open.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4 - Optimization and Deployment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AFTER LAUNCH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After launch, reality bites: models go stale and accuracy alone does not ship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110916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The $1M Netflix Prize ensemble (about 800 models, a 10% RMSE gain) was never put into production.</a:t>
            </a:r>
          </a:p>
          <a:p>
            <a:pPr algn="l" lvl="1" indent="-228600" marL="514350">
              <a:spcAft>
                <a:spcPts val="600"/>
              </a:spcAft>
              <a:buClr>
                <a:srgbClr val="1E5EF3"/>
              </a:buClr>
              <a:buChar char="·"/>
            </a:pPr>
            <a:r>
              <a:rPr sz="1350" b="0">
                <a:solidFill>
                  <a:srgbClr val="5B6774"/>
                </a:solidFill>
                <a:latin typeface="Arial"/>
              </a:rPr>
              <a:t>Engineering cost outweighed the accuracy gain, and the business had moved to streaming. Netflix tech blog, 2012.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Two kinds of drift: DATA drift - the inputs change (different passengers start arriving); CONCEPT drift - the hidden rule f itself moves.</a:t>
            </a:r>
          </a:p>
          <a:p>
            <a:pPr algn="l" lvl="1" indent="-228600" marL="514350">
              <a:spcAft>
                <a:spcPts val="600"/>
              </a:spcAft>
              <a:buClr>
                <a:srgbClr val="1E5EF3"/>
              </a:buClr>
              <a:buChar char="·"/>
            </a:pPr>
            <a:r>
              <a:rPr sz="1350" b="0">
                <a:solidFill>
                  <a:srgbClr val="5B6774"/>
                </a:solidFill>
                <a:latin typeface="Arial"/>
              </a:rPr>
              <a:t>Same inputs, new outcomes: Session 1's Y = f(X) + ε, with f no longer standing still. Monitor inputs and outputs separately.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Google Flu Trends overestimated flu by more than 50% in 2011-13.</a:t>
            </a:r>
          </a:p>
          <a:p>
            <a:pPr algn="l" lvl="1" indent="-228600" marL="514350">
              <a:spcAft>
                <a:spcPts val="600"/>
              </a:spcAft>
              <a:buClr>
                <a:srgbClr val="1E5EF3"/>
              </a:buClr>
              <a:buChar char="·"/>
            </a:pPr>
            <a:r>
              <a:rPr sz="1350" b="0">
                <a:solidFill>
                  <a:srgbClr val="5B6774"/>
                </a:solidFill>
                <a:latin typeface="Arial"/>
              </a:rPr>
              <a:t>It once claimed about 11% of the US had flu; CDC data said about 6%.</a:t>
            </a:r>
          </a:p>
          <a:p>
            <a:pPr algn="l" lvl="1" indent="-228600" marL="514350">
              <a:spcAft>
                <a:spcPts val="600"/>
              </a:spcAft>
              <a:buClr>
                <a:srgbClr val="1E5EF3"/>
              </a:buClr>
              <a:buChar char="·"/>
            </a:pPr>
            <a:r>
              <a:rPr sz="1350" b="0">
                <a:solidFill>
                  <a:srgbClr val="5B6774"/>
                </a:solidFill>
                <a:latin typeface="Arial"/>
              </a:rPr>
              <a:t>It was essentially never retrained after 2009. Lazer et al., Science, 2014.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Version every saved model (model_v1, model_2026_09_06) so you can always roll back.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Retrain on a schedule and re-score; monitoring is step 5 of the loop, not an afterthought.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4 - Optimization and Deployment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MODULE 2 IN ONE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M1 dashboards inform people - M2 models act inside products: the whole module in one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310128"/>
          <a:ext cx="1109167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6778"/>
                <a:gridCol w="5028224"/>
                <a:gridCol w="4436668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What you built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The rule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Prep (NB1)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Split 80/20 first; impute, encode, scale; Title + FamilySize; one Pipeline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Split first. Fit on train only. Pipelines always.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Select (NB2)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Six-model tournament, 5-fold CV; Dummy floor 0.617; LogReg wins 0.819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Baseline first; pick the metric that fits the problem.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Tune (NB3)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Grid + random search: 0.7937 to 0.8274; one test look: 0.8268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Search honestly; the test set is used exactly once.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Ship (NB3)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joblib save; Gradio app; Hugging Face Spaces; versioned v1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Save the whole pipeline; monitor - models go stale.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0533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M1 described the past for people to read; M2 learned from it so software can answer about the future. Module 3 adds the next layer: cloud ML APIs - consuming models other people have trained and deployed.</a:t>
            </a:r>
          </a:p>
        </p:txBody>
      </p:sp>
      <p:pic>
        <p:nvPicPr>
          <p:cNvPr id="9" name="Picture 8" descr="echo_da_vs_ml_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47088"/>
            <a:ext cx="11091672" cy="14010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4 - Optimization and Deployment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3400" b="1">
                <a:solidFill>
                  <a:srgbClr val="FFFFFF"/>
                </a:solidFill>
                <a:latin typeface="Arial"/>
              </a:rPr>
              <a:t>Session 4 - what to remember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51760"/>
            <a:ext cx="10058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Part 1, the theory: every setting is a different algorithm - tune with CV, never the test set; random search spends trials where grids waste them.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Diagnose the failing bar before turning any knob; when knobs stall, count errors; steer by ONE metric - CHOOSE often, REPORT once.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Part 2, the practice: random search reached CV 0.8274; the one test look said 0.8268 - the tuning did not fool itself.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Ship the recipe retrained on everything, then the loop: save, load, wrap, host, monitor - watch for data AND concept drift.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Survived = 0 for Owen, 1 for Florence, 1 for Frankie - the odds were never abstract.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Practice now: notebook 03-model-optimization-and-deployment in Colab.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035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B9D0FA"/>
                </a:solidFill>
                <a:latin typeface="Arial"/>
              </a:rPr>
              <a:t>Machine Learning - Module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M2 Session 4 - Optimization and Deployment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M2 Session 4 - Optimization and Deployment</dc:title>
  <dc:subject/>
  <dc:creator>M2 Machine Learning course</dc:creator>
  <cp:keywords/>
  <dc:description/>
  <cp:lastModifiedBy>M2 Machine Learning course</cp:lastModifiedBy>
  <cp:revision>1</cp:revision>
  <dcterms:created xsi:type="dcterms:W3CDTF">2013-01-27T09:14:16Z</dcterms:created>
  <dcterms:modified xsi:type="dcterms:W3CDTF">2013-01-27T09:15:58Z</dcterms:modified>
  <cp:category/>
</cp:coreProperties>
</file>