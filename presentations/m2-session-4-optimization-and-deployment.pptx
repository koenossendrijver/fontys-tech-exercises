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Tuning and Shipping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forest gets tuned, the test set gets its one look, and the model leaves the notebook: a public app anyone can ask about a passenger like Owen or Florence.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WHERE WE ARE - NG'S ORTHOGONALIZATION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Tune one knob per problem: four bars, each with its own dials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Where we are: leak-proof pipeline (712/179, 18 features); LogReg champion CV 0.819 / test 0.838, no knobs left; Random Forest 0.797 has the most knobs - today's candidate.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tuning philosophy: clear four bars in order - fit the training set, generalize to validation, hold up on test, work in the real world - and each bar has its OWN knobs.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Failing training: bigger/better model. Failing validation: regularize (= penalize complexity) or add data. Failing test: your validation was over-tuned. Failing the world: your data or metric misses reality.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Diagnose WHICH bar you are failing (Session 3's two numbers) before touching any knob - random knob-turning is an untunable radio. Today: the validation bar's knobs, then the world bar.</a:t>
            </a:r>
          </a:p>
        </p:txBody>
      </p:sp>
      <p:pic>
        <p:nvPicPr>
          <p:cNvPr id="8" name="Picture 7" descr="orthogonalizatio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025" y="1874519"/>
            <a:ext cx="615147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Ng's orthogonalization ladder: one job per knob. Ng, Deep Learning Specialization C3 "Structuring ML Projects".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tuning and judging without fooling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Six ideas that hold for every model you will ever tune - the referee stays cross-validation, and the test set stays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TWO KINDS OF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model learns its parameters - you set the hyperparameters before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Parameters: the model learns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Learned from the data during training - fit() finds them.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Example: the split rules inside every tree of the forest.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There are thousands; you never set one by hand.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Hyperparameters: you choose them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Chosen by you before training starts.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Examples: n_estimators (how many trees), max_depth (how deep).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Tuning = try different knob positions, keep the best result.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MIT's sharper cut: hyperparameters are settings of the ALGORITHM itself - knobs OUTSIDE Session 1's three slots (model + loss + optimizer); they define the game the learner plays.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same algorithm with two settings is best thought of as two different algorithms. MIT 6.390, Appendix 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Baking analogy: the oven temperature is a hyperparameter you set; how the ingredients turn into cake is the parameters.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TUNING IS COMPARING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Tuning is not a new skill - two settings of one algorithm are two different algorithms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MIT's reframe: a forest capped at depth 4 and a forest allowed depth 8 are literally two different algorithms - same name, different game.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collapses tuning into a problem you already solved: Session 3 compared six model families; tuning compares variants of one.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Cross-validation referees both questions the same way: run each variant, score it on folds it never trained on, keep the best.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So everything Session 3 taught about honest comparison applies unchanged - same referee, same rules; only the contestants changed.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Harvard files hyperparameter tuning under model selection, next to choosing predictors and polynomial degree: one discipline, not two.</a:t>
            </a:r>
          </a:p>
        </p:txBody>
      </p:sp>
      <p:pic>
        <p:nvPicPr>
          <p:cNvPr id="8" name="Picture 7" descr="two_settings_one_ref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2893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Two settings of one forest, judged by the same referee - illustration. MIT 6.390, Appendix C; Harvard CS109A.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SEARCH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Knobs are not equally important - random search tests nine values of the one that matters, a grid tests three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Typically one or two knobs dominate the score and the rest barely move it - and you do not know in advance which is which.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3x3 grid spends nine trials on only three distinct values of each knob: every value of the knob that matters is re-tested three times while the knob that does not soaks up the repeats.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Nine random draws test nine NEW values of every knob at once - the important dimension gets nine chances instead of three.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Same budget, more information where it counts: that is why random search usually wins once you tune more than a couple of knobs.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referee never changes: every candidate - grid cell or random draw - is scored by the same cross-validation.</a:t>
            </a:r>
          </a:p>
        </p:txBody>
      </p:sp>
      <p:pic>
        <p:nvPicPr>
          <p:cNvPr id="8" name="Picture 7" descr="grid_vs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324" y="1874519"/>
            <a:ext cx="6452871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Nine trials spent two ways on a landscape where one knob matters - illustration.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Before turning more knobs, read the mistakes - an hour of counting beats a week of guessing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Pull the misclassified validation examples and look at them by hand - about 100 when you have them.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Tally them into categories in a spreadsheet; add new categories as they emerge.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bottom row of percentages IS your priority list: a category worth 5% of errors caps its payoff at almost nothing; one worth 50% is where the month goes.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Guard: split a large validation set into an "Eyeball" part you inspect and a "Blackbox" part you never look at - you will overfit whatever you stare at.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Exercise: pull our champion's misclassified test-set passengers in the notebook and tally your own categories (family size? fare band? title?) - no fixing allowed before the counting.</a:t>
            </a:r>
          </a:p>
        </p:txBody>
      </p:sp>
      <p:pic>
        <p:nvPicPr>
          <p:cNvPr id="8" name="Picture 7" descr="error_analysi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267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method, on Ng's classic image-classifier example - illustration, not our data. Ng, Machine Learning Yearning chs. 14-19.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ONE NUMBER TO STEER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Agree on one evaluation number before you experiment - it makes every comparison instant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agreed metric ranks ten experiments at a glance; with three metrics, every comparison becomes a debate.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Two numbers cannot rank two models: A wins precision, B wins recall - deadlock until one combiner (F1) breaks it.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F1 punishes imbalance: precision 0.9 with recall 0.1 scores near 0.18, not 0.5 - a useless side cannot hide behind a strong one.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When one number is genuinely not enough (safety, latency, size): make those SATISFICING constraints - bars to clear - and keep exactly one OPTIMIZING metric to maximize.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Set the metric and the validation data at project start: together they define "better" for the whole team, and every decision gets fast.</a:t>
            </a:r>
          </a:p>
        </p:txBody>
      </p:sp>
      <p:pic>
        <p:nvPicPr>
          <p:cNvPr id="8" name="Picture 7" descr="single_number_score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6669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A deadlocked scoreboard resolved by one number - illustration. Ng, Machine Learning Yearning chs. 8-9.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SELECTION VS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Choosing and grading are different jobs - CHOOSE as often as you like, REPORT opens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SELECTION picks the flexibility and the knob values - done on validation data or by CV, repeatable a thousand times.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ASSESSMENT estimates how the final model will do on genuinely new data - done exactly once, on the untouched test set.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Select on the test set and it silently becomes a validation set: you tuned toward it, so its score can no longer surprise you - it overestimates.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number you optimized against is a target you hit, not a forecast - that is the whole reason the REPORT band opens once.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verbs bar, unchanged since Session 2: FIT on train, CHOOSE inside it by CV, REPORT on the sealed test rows.</a:t>
            </a:r>
          </a:p>
        </p:txBody>
      </p:sp>
      <p:pic>
        <p:nvPicPr>
          <p:cNvPr id="8" name="Picture 7" descr="select_vs_as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567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Two jobs over the same verbs bar: selection lives left of the seal; assessment spends it. Harvard CS109A / ISLR ch. 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tune it, prove it, ship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Grid and random search for real, one honest look at the test set, then the model leaves the notebook - a public app anyone can ask about a passenger like Owen or Florence.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PRACTICE - GRID AND RANDOM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Grid and random search lift the forest from 0.7937 to 0.8274 - random wins with fewer 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Grid search = CV plus nested for-loops, no magic: 2x3x3 = 18 combos x 5 folds = 90 trainings. Best (max_depth 4, min_samples_leaf 5, 100 trees): CV 0.8259, +0.0322 over the 0.7937 default.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Grids explode: 5 knobs x 6 values = 7,776 combos - nearly 39,000 trainings. 15 random draws instead test up to 15 distinct values of every knob: CV 0.8274, beating the grid with fewer tries.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Part 1 in action: all 33 candidates ran Session 3's tournament again - same referee (5-fold CV), new contestants - and the test set stayed sealed.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Read the winning knobs: capped depth and bigger leaves are complexity BRAKES - regularization by another name: a little bias buys a big drop in variance. Session 3's U-curve, found automatically.</a:t>
            </a:r>
          </a:p>
        </p:txBody>
      </p:sp>
      <p:pic>
        <p:nvPicPr>
          <p:cNvPr id="8" name="Picture 7" descr="tuning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924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Random Forest 5-fold CV accuracy at each tuning stage.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PRACTICE - THE HONEST FINAL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look at 179 unseen passengers: 0.8268 - within 0.0006 of CV, the tuning did not fool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Final exam: 179 passengers the model has never seen, scored one time: accuracy 0.8268, F1 0.7597.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CV promised 0.8274; the sealed test answered 0.8268 - a search judged honestly generalizes.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Peeking at test scores while tuning silently turns the test set into training data.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Honest expectation: tuning buys a percentage point or two, not miracles.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was Part 1's assessment step, executed: selection used CV only, and 0.8268 is the only forecast of real-world performance we own.</a:t>
            </a:r>
          </a:p>
        </p:txBody>
      </p:sp>
      <p:pic>
        <p:nvPicPr>
          <p:cNvPr id="8" name="Picture 7" descr="cv_vs_tes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351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Tuned forest: CV score vs the single test-set look.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LAST STEP BEFORE SHIPPING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You don't ship the CV copy: after choosing, retrain the winning recipe on all the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MIT's five steps: compare variants by CV, pick the winner, RETRAIN the winning recipe on all available data, ship, and be judged on data nobody at the table has seen.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Step 3 surprises beginners: the fold models were scaffolding; more data = a better final model, so refit everything.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sklearn already does the training-set version: refit=True retrains the best settings on all 712 rows automatically - that is the model we saved.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Once the single test look is spent, the recipe - not the score - is what you trust: retraining it on all 891 rows before shipping is legitimate; re-scoring it is not, because no honest data remains.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Two contamination arrows are forever forbidden: test data into training, and validation scores reused as the final report card.</a:t>
            </a:r>
          </a:p>
        </p:txBody>
      </p:sp>
      <p:pic>
        <p:nvPicPr>
          <p:cNvPr id="8" name="Picture 7" descr="retrai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194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MIT's end-to-end evaluation pipeline - the two red arrows are never allowed. MIT 6.390, Appendix 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FROM NOTEBOOK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Production is a loop, not a finish line - the model runs where real users can reach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Save the WHOLE pipeline: titanic_model_v1.joblib, 2,599 KB - raw data in, prediction out; re-coding the prep by hand invites silently wrong predictions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Load in a fresh process: no retraining, no notebook required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Version the file name (v1) so you always know what is running - and can roll back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rollout ladder for steps 4-5: SHADOW mode (model runs beside the human, predictions logged but unused), then CANARY (~5% of real traffic, watch, ramp), then full swap with a rollback path - deployment is a dial, not a switch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Monitoring closes the loop: drift detected means retrain and reship</a:t>
            </a:r>
          </a:p>
        </p:txBody>
      </p:sp>
      <p:pic>
        <p:nvPicPr>
          <p:cNvPr id="8" name="Picture 7" descr="s4_product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319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production loop: save, load, wrap, host, monitor, retrain. Module 2, notebook 3. Ng, Machine Learning Engineering for Production C1.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SANITY CHECK ON TWO PASSENGERS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loaded pipeline answers a real question - a survival gap of 100% vs 3%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Loaded from disk, no retraining: raw passenger details in, verdict out.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 invented first-class woman, 30 (Fare 80, Cherbourg) - a passenger like Florence: survives, 100%.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 invented third-class man, 28 (Fare 7.9, Southampton) - a passenger like Owen: does not survive, 3%.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probability is confidence, not a guarantee about one individual.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gap reflects the Titanic's reality: class and sex decided lifeboat seats.</a:t>
            </a:r>
          </a:p>
        </p:txBody>
      </p:sp>
      <p:pic>
        <p:nvPicPr>
          <p:cNvPr id="8" name="Picture 7" descr="two_passen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9380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Two invented sanity-check passengers, scored by the saved pipeline.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FROM MODEL TO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 few lines of Gradio turn the pipeline into a web app anyone can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Gradio: a function becomes a web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Write a normal Python function: inputs in, answer out.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Gradio renders it as sliders, dropdowns and a text box.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Title is derived by rule (boys under 13 Master, men Mr).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 Colab, launch() gives a shareable temporary link.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Hugging Face Spaces: free hosting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Four files: app.py, the model, requirements.txt, README.md.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Pin the scikit-learn version in requirements.txt.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Upload the files in the browser - that is the whole deploy.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No tokens or keys in code, ever - uploads stay in the browser.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Result: a public URL anyone can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AFTER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After launch, reality bites: models go stale and accuracy alone does not 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$1M Netflix Prize ensemble (about 800 models, a 10% RMSE gain) was never put into production.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Engineering cost outweighed the accuracy gain, and the business had moved to streaming. Netflix tech blog, 2012.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Two kinds of drift: DATA drift - the inputs change (different passengers start arriving); CONCEPT drift - the hidden rule f itself moves.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Same inputs, new outcomes: Session 1's Y = f(X) + ε, with f no longer standing still. Monitor inputs and outputs separately.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Google Flu Trends overestimated flu by more than 50% in 2011-13.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It once claimed about 11% of the US had flu; CDC data said about 6%.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It was essentially never retrained after 2009. Lazer et al., Science, 2014.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Version every saved model (model_v1, model_2026_09_06) so you can always roll back.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Retrain on a schedule and re-score; monitoring is step 5 of the loop, not an afterthought.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MODULE 2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M1 dashboards inform people - M2 models act inside products: the whole module in one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10128"/>
          <a:ext cx="1109167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778"/>
                <a:gridCol w="5028224"/>
                <a:gridCol w="44366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you built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rule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Prep (NB1)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Split 80/20 first; impute, encode, scale; Title + FamilySize; one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Split first. Fit on train only. Pipelines always.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Select (NB2)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Six-model tournament, 5-fold CV; Dummy floor 0.617; LogReg wins 0.819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Baseline first; pick the metric that fits the problem.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Tune (NB3)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Grid + random search: 0.7937 to 0.8274; one test look: 0.8268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Search honestly; the test set is used exactly once.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Ship (NB3)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joblib save; Gradio app; Hugging Face Spaces; versioned v1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Save the whole pipeline; monitor - models go stale.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M1 described the past for people to read; M2 learned from it so software can answer about the future. Module 3 adds the next layer: cloud ML APIs - consuming models other people have trained and deployed.</a:t>
            </a:r>
          </a:p>
        </p:txBody>
      </p:sp>
      <p:pic>
        <p:nvPicPr>
          <p:cNvPr id="9" name="Picture 8" descr="echo_da_vs_ml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47088"/>
            <a:ext cx="11091672" cy="1401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Session 4 - what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theory: every setting is a different algorithm - tune with CV, never the test set; random search spends trials where grids waste them.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Diagnose the failing bar before turning any knob; when knobs stall, count errors; steer by ONE metric - CHOOSE often, REPORT once.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practice: random search reached CV 0.8274; the one test look said 0.8268 - the tuning did not fool itself.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Ship the recipe retrained on everything, then the loop: save, load, wrap, host, monitor - watch for data AND concept drift.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Survived = 0 for Owen, 1 for Florence, 1 for Frankie - the odds were never abstract.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03-model-optimization-and-deployment in Colab.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4 - Optimization and Deployment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