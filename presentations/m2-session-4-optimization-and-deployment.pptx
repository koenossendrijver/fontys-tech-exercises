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Tuning and Shipping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The forest gets tuned, the test set gets its one look, and the model leaves the notebook: a public app anyone can ask about a passenger like Owen or Florence.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WHERE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Session 3 crowned a champion - today we tune the runner-up and ship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Notebook 1 built a leak-proof pipeline: 712 train / 179 test rows, 18 model-ready features.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Notebook 2 ran the tournament: Logistic Regression won with CV accuracy 0.819, test 0.838.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winning scorecard has almost no knobs left to turn - it is already at its ceiling.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Random Forest (CV 0.797) has the most knobs and the most headroom: today's tuning candidate.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Plan: tune the forest honestly, take one look at the test set, then ship it as a live 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Squeeze more from the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Search the settings honestly - the referee stays 5-fold cross-validation, and the test set stays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TUNING - TWO KINDS OF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model learns its parameters - you set the hyperparameters before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Parameters: the model learns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Learned from the data during training - fit() finds them.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Example: the split rules inside every tree of the forest.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There are thousands; you never set one by hand.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Hyperparameters: you choose them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Chosen by you before training starts.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Examples: n_estimators (how many trees), max_depth (how deep).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Tuning = try different knob positions, keep the best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Baking analogy: the oven temperature is a hyperparameter you set; how the ingredients turn into cake is the parameters.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TUNING - GRID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Grid search is just cross-validation plus a for-loop - 18 combinations, best CV 0.8259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4837"/>
                <a:gridCol w="1957353"/>
                <a:gridCol w="2609805"/>
                <a:gridCol w="2827288"/>
                <a:gridCol w="152238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n_estimators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max_depth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min_samples_leaf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Mean CV accuracy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0.8259  (best)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0.0138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0.8245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0.0212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0.8245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0.0143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0.8231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0.0209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0.8231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0.0174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GridSearchCV is nested for-loops around CV: 2x3x3 = 18 combos x 5 folds = 90 trainings; best gains +0.0322 over the 0.7937 default. Module 2, notebook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TUNING - RANDOM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Fifteen random tries beat the whole grid - more distinct values per knob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Grids explode: 5 knobs x 6 values = 7,776 combos - nearly 39,000 trainings.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15 random draws test up to 15 distinct values of every knob at once.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If only one or two knobs really matter (typical), random explores them better.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Best found: max_depth 8, max_features None, min_samples_leaf 3, n_estimators 314.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CV 0.8274 - beats the grid's 0.8259 with fewer tries.</a:t>
            </a:r>
          </a:p>
        </p:txBody>
      </p:sp>
      <p:pic>
        <p:nvPicPr>
          <p:cNvPr id="8" name="Picture 7" descr="tuning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8924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Random Forest 5-fold CV accuracy at each tuning stage.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HONEST FINAL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test set is used exactly once - tune against it and it becomes training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Final exam: 179 passengers the model has never seen, scored one time.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Test accuracy 0.8268, F1 0.7597.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Test is close to CV (0.8274): the tuning did not fool itself.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Peeking at test scores while tuning silently turns the test set into training data.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Honest expectation: tuning buys a percentage point or two, not miracles.</a:t>
            </a:r>
          </a:p>
        </p:txBody>
      </p:sp>
      <p:pic>
        <p:nvPicPr>
          <p:cNvPr id="8" name="Picture 7" descr="cv_v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8895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Tuned forest: CV score vs the single test-set look.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Ship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A model in a notebook helps nobody - ship it where anyone can ask about a passenger like Owen or Florence.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FROM NOTEBOOK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Production is a loop, not a finish line - the model runs where real users can reach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Save the WHOLE pipeline: titanic_model_v1.joblib, 2,599 KB - raw data in, prediction out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Re-coding the prep by hand invites silently wrong predictions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Load in a fresh process: no retraining, no notebook required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Version the file name (v1) so you always know what is running - and can roll back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Monitoring closes the loop: drift detected means retrain and reship</a:t>
            </a:r>
          </a:p>
        </p:txBody>
      </p:sp>
      <p:pic>
        <p:nvPicPr>
          <p:cNvPr id="8" name="Picture 7" descr="s4_product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319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production loop: save, load, wrap, host, monitor, retrain.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SANITY CHECK ON TWO PASSENGERS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loaded pipeline answers a real question - a survival gap of 100% vs 3%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Loaded from disk, no retraining: raw passenger details in, verdict out.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 invented first-class woman, 30 (Fare 80, Cherbourg) - a passenger like Florence: survives, 100%.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 invented third-class man, 28 (Fare 7.9, Southampton) - a passenger like Owen: does not survive, 3%.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probability is confidence, not a guarantee about one individual.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gap reflects the Titanic's reality: class and sex decided lifeboat seats.</a:t>
            </a:r>
          </a:p>
        </p:txBody>
      </p:sp>
      <p:pic>
        <p:nvPicPr>
          <p:cNvPr id="8" name="Picture 7" descr="two_passen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29380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Two invented sanity-check passengers, scored by the saved pipeline.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FROM MODEL TO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 few lines of Gradio turn the pipeline into a web app anyone can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297680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Gradio: a function becomes a web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Write a normal Python function: inputs in, answer out.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Gradio renders it as sliders, dropdowns and a text box.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Title is derived by rule (boys under 13 Master, men Mr).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 Colab, launch() gives a shareable temporary link.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4297680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Hugging Face Spaces: free hosting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Four files: app.py, the model, requirements.txt, README.md.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Pin the scikit-learn version in requirements.txt.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Upload the files in the browser - that is the whole deploy.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No tokens or keys in code, ever - uploads stay in the browser.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Result: a public URL anyone can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AFTER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After launch, reality bites: models go stale and accuracy alone does not 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$1M Netflix Prize ensemble (about 800 models, a 10% RMSE gain) was never put into production.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Engineering cost outweighed the accuracy gain, and the business had moved to streaming. Netflix tech blog, 2012.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Data drift: the world changes and yesterday's model slowly goes stale.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 model trained on 2024 customers may misjudge 2026 customers.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Google Flu Trends overestimated flu by more than 50% in 2011-13.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It once claimed about 11% of the US had flu; CDC data said about 6%.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It was essentially never retrained after 2009. Lazer et al., Science, 2014.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Version every saved model (model_v1, model_2026_09_06) so you can always roll back.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Retrain on a schedule and re-score; monitoring is step 5 of the loop, not an afterthought.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MODULE'S ARC, CLOSED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M1 dashboards inform people - M2 models act inside products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cho_da_vs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874519"/>
            <a:ext cx="9052560" cy="3416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contrast that opened Session 1, now with the module behind it: M1 described the crowd; M2 answers about the next person. Module 2, notebooks 1 and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MODULE 2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whole module is one honest pipeline: prep, select, tune, 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778"/>
                <a:gridCol w="5028224"/>
                <a:gridCol w="44366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you built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rule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Prep (NB1)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Split 80/20 first; impute, encode, scale; Title + FamilySize; one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Split first. Fit on train only. Pipelines always.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Select (NB2)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Six-model tournament, 5-fold CV; Dummy floor 0.617; LogReg wins 0.819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Baseline first; pick the metric that fits the problem.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Tune (NB3)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Grid + random search: 0.7937 to 0.8274; one test look: 0.8268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Search honestly; the test set is used exactly once.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Ship (NB3)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joblib save; Gradio app; Hugging Face Spaces; versioned v1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Save the whole pipeline; monitor - models go stale.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M1 described the past for people to read; M2 learned from it so software can answer about the future. Module 3 adds the next layer: cloud ML APIs - consuming models other people have trained and deployed.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Session 4 - what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Hyperparameters are knobs you set before training; search them with CV, never the test set.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Random search reached CV 0.8274; the single test look scored 0.8268 - the tuning did not fool itself.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Ship the whole pipeline: save, load, wrap in Gradio, host on Spaces, monitor.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Models go stale: version them, watch for drift, retrain on a schedule.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The manifest's last word: Survived = 0 for Owen, 1 for Florence, 1 for Frankie. The odds were never abstract.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03-model-optimization-and-deployment in Colab.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4 - Optimization and Deployment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