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1">
                <a:solidFill>
                  <a:srgbClr val="1E5EF3"/>
                </a:solidFill>
                <a:latin typeface="Arial"/>
              </a:rPr>
              <a:t>SESSION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4400" b="1">
                <a:solidFill>
                  <a:srgbClr val="0A2540"/>
                </a:solidFill>
                <a:latin typeface="Arial"/>
              </a:rPr>
              <a:t>Choosing a Model You Can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800" b="0">
                <a:solidFill>
                  <a:srgbClr val="5B6774"/>
                </a:solidFill>
                <a:latin typeface="Arial"/>
              </a:rPr>
              <a:t>Six ways to guess who lives on the manifest, one fair referee to keep them honest - and a floor every contestant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5B6774"/>
                </a:solidFill>
                <a:latin typeface="Arial"/>
              </a:rPr>
              <a:t>Machine Learning -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TODAY'S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"Which model is best?" really asks: how do we compare fairly?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Session 2 left us a model-ready table: 712 training rows, 179 test rows, 18 features.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Six algorithms could predict who survived. Picking by name or fashion is guessing.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The scorecard weighs Florence's class and sex; the forest asks hundreds of yes/no flowcharts about Owen.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The whole answer in one line: a baseline, a fair referee, and the right metric.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Baseline = the floor any real model must clearly beat.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Fair referee = 5-fold cross-validation, the honest score.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Right metric = accuracy is not always the question your problem asks.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The test set stays locked away until the very end. We open it exactly once.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Plan: run the tournament first, then look at what accuracy hides.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MODEL ZOO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Six contestants enter, from a deliberately dumb floor to committees of trees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1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3473"/>
                <a:gridCol w="4806391"/>
                <a:gridCol w="1294028"/>
                <a:gridCol w="2957779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Intuition in one line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Needs scaling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Interpretability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Dummy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Ignores the data, always predicts "died" - our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Nothing to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Logistic Regression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 weighted scorecard summed into a probability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High - read the weights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K-Nearest Neighbors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Ask the 5 passengers most similar to Frankie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Medium - show the neighbors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Decision Tree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 flowchart of yes/no questions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High - read the flowchart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Hundreds of trees voting; the vote averages mistakes away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Low - too many trees to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Gradient Boosting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Trees that learn from the previous tree's mistakes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A model is a function with adjustable knobs ("parameters"); training turns the knobs until predictions match the examples.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WHY WE NEED A REFEREE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Training accuracy lies: an unlimited tree scores 0.985 on itself, 0.751 honestly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Let a decision tree grow without limits, then grade it on its own training data: 0.985.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Grade the same tree honestly with cross-validation: 0.751. The gap is 0.233.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It memorized the answers instead of learning the subject - passengers, noise included.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Generalization = performing well on data you have never seen. It is the whole point of ML: the next passenger is always unseen.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Overfitting = brilliant on seen data, stumbling on unseen - like grading students on the exact questions they practiced at home.</a:t>
            </a:r>
          </a:p>
        </p:txBody>
      </p:sp>
      <p:pic>
        <p:nvPicPr>
          <p:cNvPr id="8" name="Picture 7" descr="train_vs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951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Unlimited decision tree, training vs 5-fold CV accuracy. Module 2, notebook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FAIR REFEREE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Cross-validation gives every row a turn at being the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Split the 712 training rows into 5 equal folds. Run 5 rounds.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Each round, one fold sits out as the judge; the model trains on the other four.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Five honest scores instead of one: we see the mean AND how much the model wobbles (std).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One lucky split can flatter a model. Five splits cannot.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real test set is never touched - CV lives entirely inside the training data.</a:t>
            </a:r>
          </a:p>
        </p:txBody>
      </p:sp>
      <p:pic>
        <p:nvPicPr>
          <p:cNvPr id="8" name="Picture 7" descr="cv_fo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6541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5-fold cross-validation. Module 2, notebook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BASELINE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Beat the floor first: always saying "died" already scores 0.617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9418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9600" b="1">
                <a:solidFill>
                  <a:srgbClr val="1E5EF3"/>
                </a:solidFill>
                <a:latin typeface="Arial"/>
              </a:rPr>
              <a:t>0.617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4348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800" b="0">
                <a:solidFill>
                  <a:srgbClr val="0A2540"/>
                </a:solidFill>
                <a:latin typeface="Arial"/>
              </a:rPr>
              <a:t>Dummy baseline, 5-fold CV accuracy (+/- 0.003). It ignores the data and always predicts "died".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2578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250" b="0">
                <a:solidFill>
                  <a:srgbClr val="5B6774"/>
                </a:solidFill>
                <a:latin typeface="Arial"/>
              </a:rPr>
              <a:t>Any model that cannot clearly beat this floor is useless, no matter how fancy its name. Andrew Ng's doctrine: build your first system quickly, then iterate (Machine Learning Yearning, ch. 13).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SIX MODELS, ONE REFEREE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tournament verdict: the humble scorecard wins at 0.819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Same referee for all six: 5-fold CV, preprocessing re-fit inside every fold - no leaks.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Logistic Regression leads at 0.819. Gradient Boosting is a close second at 0.816.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Random Forest wobbles the most between folds: 0.797 with std 0.054.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Every real model clears the floor. The Dummy's F1 is 0.000 - it never predicts "survived".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surprise: fancy does not automatically mean better.</a:t>
            </a:r>
          </a:p>
        </p:txBody>
      </p:sp>
      <p:pic>
        <p:nvPicPr>
          <p:cNvPr id="8" name="Picture 7" descr="tourna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399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Mean 5-fold CV accuracy, +/- 1 std. Module 2, notebook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Beyond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When 99% right is 100% useless: the mistakes have names, so count all four kinds before you trust a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99% TRAP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Accuracy can hide the mistakes that matter - the confusion matrix shows all four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disease hits 1 in 100 people. A model that always says "no disease" is 99% accurate - and worthless.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Confusion matrix = a count of the four ways a prediction can go right or wrong.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Our champion on the 179 test passengers: 99 correct "died" (TN), 51 correct "survived" (TP).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11 false alarms (predicted survived, did not) and 18 missed survivors.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One number became four. Now we can ask sharper questions.</a:t>
            </a:r>
          </a:p>
        </p:txBody>
      </p:sp>
      <p:pic>
        <p:nvPicPr>
          <p:cNvPr id="8" name="Picture 7" descr="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7654" y="1874519"/>
            <a:ext cx="5558211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Logistic Regression, confusion matrix on the test set. Module 2, notebook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TWO KINDS OF MISTAKES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Precision and recall answer different questions - pick the one your problem asks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Precision 0.823 - trust our alarms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"Of everyone we said survives, how many actually did?"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TP / (TP + FP) = 51 / (51 + 11) = 0.823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High precision = few false alarms.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Spam filter: a false alarm buries real mail. Precision first.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Recall 0.739 - catch them 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"Of everyone who actually survived, how many did we catch?"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TP / (TP + FN) = 51 / (51 + 18) = 0.739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High recall = few missed cases.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Cancer screening: a missed case is the disaster. Recall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F1 = harmonic mean of both = 0.779, high only when both are decent. Metric pairing after Andrew Ng's Machine Learning Specialization (C2, W3).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REAL-WORLD STAKES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A pneumonia model learned "asthma lowers risk" - reading the model caught the trap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Real case: a model ranked pneumonia patients by death risk to decide who could go home.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It learned that asthma predicts LOWER risk - and the data really does say that.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Why: asthmatic pneumonia patients were rushed to intensive care, and aggressive care saved them.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Deploy that rule and asthmatics get sent home. The pattern was true; the action would be fatal.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It was caught only because the model was readable. Understand the mistakes before you ship.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Source: Caruana et al., KDD 2015 - pneumonia risk models in healthcare.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BIAS AND VARIANCE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Overfitting made visible: past depth 3, the tree memorizes instead of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Grow the tree one level at a time. Training accuracy climbs to 0.985 and never looks back.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honest CV score peaks at 0.815 at depth 3, then slides back down.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At depth 20 the gap is 0.236. That gap is memorizing - generalization is what the CV curve measures.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Bias = too simple to capture the real pattern: the model misses it everywhere (left zone).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Variance = so flexible it memorizes the noise of its sample: every quirk reshapes it (right zone).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Every model choice negotiates between the two - the sweet spot is where the honest score peaks.</a:t>
            </a:r>
          </a:p>
        </p:txBody>
      </p:sp>
      <p:pic>
        <p:nvPicPr>
          <p:cNvPr id="8" name="Picture 7" descr="depth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951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Decision tree, max_depth 1-20, train vs 5-fold CV accuracy. Module 2, notebook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In real life, pick the simplest model that beats the baseline on the right metric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Does it clearly beat the baseline? If not, stop.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Does the metric match the problem? Accuracy, precision, recall, or F1 - decide before you rank.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Simple model first: if the scorecard is within a hair of the forest, ship the scorecard.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Check the std across folds: a model that wobbles (Random Forest: +/- 0.054) is harder to trust.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Weigh speed and explainability - you will have to retrain it and defend it.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AUC 0.878 = chance a random survivor is ranked above a random non-survivor (0.5 coin flip, 0.8+ solid).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The notebook's one-liner: "the best model is the simplest one that beats the baseline on the metric that matches your problem, reliably across folds."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DECISION AND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Logistic Regression is the honest champion - the forest gets a second chance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4297680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The 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Champion by CV: Logistic Regression, 0.819 (+/- 0.020).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One look at the locked test set: accuracy 0.838.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Precision 0.823, recall 0.739, F1 0.779 on "survived".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Test score close to CV: the referee did not fool itself.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Simple, fast, and you can read its weights.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4297680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The handoff to Session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Random Forest finished mid-table: 0.797 (+/- 0.054).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But it has the most knobs left: depth, trees, leaf size.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LogReg won by a whisker and has almost no knobs left to turn.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Session 4: tune the forest with grid and random search.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Then one look at the test set - and ship it as a real app.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The referee, the floor, and the right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Training accuracy lies. Cross-validation is the honest score - mean and wobble.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Baseline first: the floor is 0.617. Beat it clearly, or go home.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Accuracy is one question of many. Precision, recall, and F1 ask sharper ones.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The simplest model that beats the baseline on the right metric wins.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Practice now: notebook 02-model-selection in Colab.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B9D0FA"/>
                </a:solidFill>
                <a:latin typeface="Arial"/>
              </a:rPr>
              <a:t>Machine Learning - Module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Session 3 - Model Selection and Evaluation</dc:title>
  <dc:subject/>
  <dc:creator>M2 Machine Learning course</dc:creator>
  <cp:keywords/>
  <dc:description/>
  <cp:lastModifiedBy>M2 Machine Learning course</cp:lastModifiedBy>
  <cp:revision>1</cp:revision>
  <dcterms:created xsi:type="dcterms:W3CDTF">2013-01-27T09:14:16Z</dcterms:created>
  <dcterms:modified xsi:type="dcterms:W3CDTF">2013-01-27T09:15:58Z</dcterms:modified>
  <cp:category/>
</cp:coreProperties>
</file>